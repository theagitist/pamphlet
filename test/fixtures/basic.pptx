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12192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>
        <a:defRPr sz="4400" b="0">
          <a:solidFill>
            <a:schemeClr val="tx1"/>
          </a:solidFill>
          <a:latin typeface="Calibri Light"/>
        </a:defRPr>
      </a:lvl1pPr>
    </p:titleStyle>
    <p:bodyStyle>
      <a:lvl1pPr>
        <a:defRPr sz="2400">
          <a:solidFill>
            <a:schemeClr val="tx1"/>
          </a:solidFill>
          <a:latin typeface="Calibri"/>
        </a:defRPr>
      </a:lvl1pPr>
    </p:bodyStyle>
    <p:otherStyle>
      <a:lvl1pPr>
        <a:defRPr sz="1800">
          <a:solidFill>
            <a:schemeClr val="tx1"/>
          </a:solidFill>
          <a:latin typeface="Calibri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shape --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>
                <a:solidFill>
                  <a:srgbClr val="FF0000"/>
                </a:solidFill>
                <a:latin typeface="Arial"/>
              </a:rPr>
              <a:t>Welcome to Pamphlet</a:t>
            </a:r>
            <a:endParaRPr lang="en-US"/>
          </a:p>
        </p:txBody>
      </p:sp>
      <!-- Body shape with multiple runs --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b="0" i="0">
                <a:solidFill>
                  <a:srgbClr val="333333"/>
                </a:solidFill>
                <a:latin typeface="Calibri"/>
              </a:rPr>
              <a:t>This is </a:t>
            </a:r>
            <a:r>
              <a:rPr lang="en-US" sz="2400" b="1" i="0">
                <a:solidFill>
                  <a:srgbClr val="333333"/>
                </a:solidFill>
                <a:latin typeface="Calibri"/>
              </a:rPr>
              <a:t>bold</a:t>
            </a:r>
            <a:r>
              <a:rPr lang="en-US" sz="2400" b="0" i="0">
                <a:solidFill>
                  <a:srgbClr val="333333"/>
                </a:solidFill>
                <a:latin typeface="Calibri"/>
              </a:rPr>
              <a:t> and </a:t>
            </a:r>
            <a:r>
              <a:rPr lang="en-US" sz="2400" b="0" i="1">
                <a:solidFill>
                  <a:srgbClr val="0000FF"/>
                </a:solidFill>
                <a:latin typeface="Calibri"/>
              </a:rPr>
              <a:t>italic blue</a:t>
            </a:r>
            <a:r>
              <a:rPr lang="en-US" sz="2400" b="0" i="0">
                <a:solidFill>
                  <a:srgbClr val="333333"/>
                </a:solidFill>
                <a:latin typeface="Calibri"/>
              </a:rPr>
              <a:t> text.</a:t>
            </a:r>
            <a:endParaRPr lang="en-US"/>
          </a:p>
          <a:p>
            <a:pPr lvl="0"/>
            <a:r>
              <a:rPr lang="en-US" sz="2000" u="sng">
                <a:solidFill>
                  <a:schemeClr val="accent1"/>
                </a:solidFill>
                <a:latin typeface="Georgia"/>
              </a:rPr>
              <a:t>Underlined scheme-colored text</a:t>
            </a:r>
            <a:endParaRPr lang="en-US"/>
          </a:p>
        </p:txBody>
      </p:sp>
      <!-- Free text box (no placeholder) -->
      <p:sp>
        <p:nvSpPr>
          <p:cNvPr id="4" name="TextBox 3"/>
          <p:cNvSpPr txBox="1"/>
          <p:nvPr/>
        </p:nvSpPr>
        <p:spPr/>
        <p:txBody>
          <a:bodyPr/>
          <a:lstStyle/>
          <a:p>
            <a:r>
              <a:rPr lang="en-US" sz="1400">
                <a:solidFill>
                  <a:srgbClr val="888888"/>
                </a:solidFill>
                <a:latin typeface="Courier New"/>
              </a:rPr>
              <a:t>Footer note: Confidential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gm="http://schemas.openxmlformats.org/drawingml/2006/diagram">
  <p:cSld>
    <p:spTree>
      <p:nvGrpSpPr>
        <p:cNvPr id="1" name=""/>
        <p:cNvGrpSpPr/>
        <p:nvPr/>
      </p:nvGrpSpPr>
      <p:grpSpPr/>
      <!-- Group shape containing two text shapes -->
      <p:grpSp>
        <p:nvGrpSpPr>
          <p:cNvPr id="5" name="Group 1"/>
          <p:cNvGrpSpPr/>
          <p:nvPr/>
        </p:nvGrpSpPr>
        <p:grpSpPr/>
        <p:sp>
          <p:nvSpPr>
            <p:cNvPr id="6" name="Shape A"/>
            <p:cNvSpPr/>
            <p:nvPr/>
          </p:nvSpPr>
          <p:spPr/>
          <p:txBody>
            <a:bodyPr/>
            <a:lstStyle/>
            <a:p>
              <a:r>
                <a:rPr lang="en-US" sz="1800">
                  <a:solidFill>
                    <a:srgbClr val="222222"/>
                  </a:solidFill>
                  <a:latin typeface="Verdana"/>
                </a:rPr>
                <a:t>Grouped text A</a:t>
              </a:r>
            </a:p>
          </p:txBody>
        </p:sp>
        <p:sp>
          <p:nvSpPr>
            <p:cNvPr id="7" name="Shape B"/>
            <p:cNvSpPr/>
            <p:nvPr/>
          </p:nvSpPr>
          <p:spPr/>
          <p:txBody>
            <a:bodyPr/>
            <a:lstStyle/>
            <a:p>
              <a:r>
                <a:rPr lang="en-US" sz="1800" b="1">
                  <a:solidFill>
                    <a:srgbClr val="009900"/>
                  </a:solidFill>
                  <a:latin typeface="Verdana"/>
                </a:rPr>
                <a:t>Grouped text B</a:t>
              </a:r>
            </a:p>
          </p:txBody>
        </p:sp>
      </p:grpSp>
      <!-- Unsupported: SmartArt -->
      <p:graphicFrame>
        <p:nvGraphicFramePr>
          <p:cNvPr id="8" name="SmartArt Diagram"/>
          <p:cNvGraphicFramePr/>
          <p:nvPr/>
        </p:nvGraphicFramePr>
        <p:xfrm>
          <a:off x="0" y="0"/>
          <a:ext cx="5486400" cy="2743200"/>
        </p:xfrm>
        <a:graphic>
          <a:graphicData uri="http://schemas.openxmlformats.org/drawingml/2006/diagram">
            <dgm:relIds r:dm="rId2" r:lo="rId3" r:qs="rId4" r:cs="rId5"/>
          </a:graphicData>
        </a:graphic>
      </p:graphicFrame>
    </p:spTree>
  </p:cSld>
</p:sld>
</file>

<file path=ppt/theme/theme1.xml><?xml version="1.0" encoding="utf-8"?>
<a:theme xmlns:a="http://schemas.openxmlformats.org/drawingml/2006/main" name="Test Theme">
  <a:themeElements>
    <a:clrScheme name="TestColors">
      <a:dk1>
        <a:srgbClr val="000000"/>
      </a:dk1>
      <a:dk2>
        <a:srgbClr val="333333"/>
      </a:dk2>
      <a:lt1>
        <a:srgbClr val="FFFFFF"/>
      </a:lt1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stFont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estForma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